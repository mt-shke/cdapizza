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0" y="7315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dirty="0">
                <a:solidFill>
                  <a:srgbClr val="000000"/>
                </a:solidFill>
              </a:rPr>
              <a:t>🍕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CDAPizza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gestion des commandes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228600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— Proof of Concept  |  Stack : Java Spring Boot + React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&amp; Objectif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840480" cy="347472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pizzeria CDAPizza souhaite digitaliser la gestion de ses commandes.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Actuellement tout est géré manuellement entre le guichet et la cuisine.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système temps réel est nécessaire pour fluidifier le service.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4023360" cy="3474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325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 POC d'application interne permettant 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des commandes au guichet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temps réel en cuisine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l'état des commandes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pizzas au catalogue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Technique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365760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2743200" cy="7315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⚛️  Front-end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Tailwind CSS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6032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• React Router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via cookie HttpOnly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rôles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63240" y="3017520"/>
            <a:ext cx="41148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188720"/>
            <a:ext cx="2743200" cy="365760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188720"/>
            <a:ext cx="2743200" cy="7315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Back-end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56032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• Spring Security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• Validation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configuré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3017520"/>
            <a:ext cx="41148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188720"/>
            <a:ext cx="2743200" cy="365760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188720"/>
            <a:ext cx="2743200" cy="7315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Base de données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256032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 • JPA Hibernate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FK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Remises automatiques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Modélisation des Données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1031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2103120" cy="411480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88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600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id_user PK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984248"/>
            <a:ext cx="2103120" cy="384048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9842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username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368296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3682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email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752344"/>
            <a:ext cx="2103120" cy="384048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7523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password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136392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31363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role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60320" y="1188720"/>
            <a:ext cx="2148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60320" y="1188720"/>
            <a:ext cx="2148840" cy="411480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11887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0" y="1600200"/>
            <a:ext cx="2148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06040" y="1600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id_commande PK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1984248"/>
            <a:ext cx="2148840" cy="384048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198424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0" y="2368296"/>
            <a:ext cx="2148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236829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montant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2752344"/>
            <a:ext cx="2148840" cy="384048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2752344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etat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0" y="3136392"/>
            <a:ext cx="2148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313639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id_user FK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1188720"/>
            <a:ext cx="2103120" cy="1563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1188720"/>
            <a:ext cx="2103120" cy="411480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1188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pizza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160020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1600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id_pizza PK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46320" y="1984248"/>
            <a:ext cx="2103120" cy="384048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19842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0" y="2368296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23682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prix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766560" y="1188720"/>
            <a:ext cx="2103120" cy="1563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766560" y="1188720"/>
            <a:ext cx="2103120" cy="411480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0" y="1188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766560" y="160020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12280" y="1600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id_commande PK,FK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766560" y="1984248"/>
            <a:ext cx="2103120" cy="384048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9842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id_pizza PK,FK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766560" y="2368296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12280" y="23682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quantite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395728" y="2103120"/>
            <a:ext cx="164592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727448" y="2286000"/>
            <a:ext cx="118872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693408" y="2286000"/>
            <a:ext cx="73152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: user_ → commande (1,N)  •  commande → contenir (1,N)  •  pizza → contenir (1,N)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Fonctionnalités par Rôle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2743200" cy="5943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Client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&amp; connexion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une commande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pizzas + quantités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Remises automatiques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ses commandes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7432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188720"/>
            <a:ext cx="274320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88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Caisse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toutes les commandes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l'état (PAYER→LIVRER)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nom du client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de remise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Rafraîchissement auto (5s)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27432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188720"/>
            <a:ext cx="274320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188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👨‍🍳 Cuisine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187452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toutes les commandes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l'état (PREP→PRÊTE)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des pizzas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des pizzas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des pizzas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de l'Application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155448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73152" cy="1554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JWT — Cookie HttpOnly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inaccessible depuis 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XSS renforcée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743200" cy="155448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188720"/>
            <a:ext cx="73152" cy="1554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BCrypt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hashés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stockés en clair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743200" cy="155448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188720"/>
            <a:ext cx="73152" cy="1554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👮  Rôles &amp; Autorisations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17830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PrivateRoute + RoleRoute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back-end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017520"/>
            <a:ext cx="2743200" cy="155448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017520"/>
            <a:ext cx="73152" cy="1554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Validation des données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611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@Valid + @Size + @Email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d'erreur clairs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3017520"/>
            <a:ext cx="2743200" cy="155448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3017520"/>
            <a:ext cx="73152" cy="1554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CORS configuré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83280" y="3611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 whitelistées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credentials: include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3017520"/>
            <a:ext cx="2743200" cy="1554480"/>
          </a:xfrm>
          <a:prstGeom prst="rect">
            <a:avLst/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3017520"/>
            <a:ext cx="73152" cy="1554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Spring Security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611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/ CSRF désactivé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headers configurés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Règles Métier — Remises Automatiques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931920" cy="356616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25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💜  Remise Fidélité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− 10 %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3 commandes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même client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Calculé côté back-end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création de la commande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3931920" cy="3566160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325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Remise Volume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9202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− 5 %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5029200" y="28346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5 pizzas commandées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la même commande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Remises cumulables 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− 15 % au total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0" y="45720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000000"/>
                </a:solidFill>
              </a:rPr>
              <a:t>🍕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!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CDAPizza — POC fonctionnel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0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80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moderne : Java Spring Boot + React + MySQL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Cookie HttpOnly, BCrypt, Spring Security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 : remises automatiques (fidélité + volume)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: API REST + SPA avec gestion des rôles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7E5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 : JUnit 5 + Mockito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CDAPizza</dc:title>
  <dc:subject>PptxGenJS Presentation</dc:subject>
  <dc:creator>PptxGenJS</dc:creator>
  <cp:lastModifiedBy>PptxGenJS</cp:lastModifiedBy>
  <cp:revision>1</cp:revision>
  <dcterms:created xsi:type="dcterms:W3CDTF">2026-04-07T11:15:13Z</dcterms:created>
  <dcterms:modified xsi:type="dcterms:W3CDTF">2026-04-07T11:15:13Z</dcterms:modified>
</cp:coreProperties>
</file>